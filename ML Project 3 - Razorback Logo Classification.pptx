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e01abb9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e01abb9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e01abb9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e01abb9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9e01abb9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9e01abb9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e01abb9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9e01abb9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e01abb9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e01abb9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e01abb9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e01abb9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e01abb9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e01abb9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e01abb9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e01abb9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e01abb9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e01abb9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Machine Learning Project 3: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Razorback Logo Classification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CNN-Based Binary Image Classification using PyTorch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42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Goal: Classify images as Razorback logo or not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Approach: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- Custom 2-class dataset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- PyTorch CNN model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- Train &amp; evaluate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Tools: Python, PyTorch, TensorFlow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1: Dataset Creation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Two Folders: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"withrazorback" (logo images)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"withoutrazorback" (non-logo)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- 25+ images per class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Loading: TensorFlow image_dataset_from_directory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Split: 80% train / 20% validation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 CNN Architecture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 Conv Layers + MaxPool: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- 32 -&gt; 64 -&gt; 128 filters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 FC Layers: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- 512 neurons -&gt; 2 outputs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Activation: ReLU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 Training &amp; Evaluation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Loss: CrossEntropyLoss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Optimizer: Adam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Normalization: Pixels to [0,1]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Monitoring: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- Train/val loss &amp; accuracy per epoch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- Watch for overfitting (val divergence)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3a: Dataset Creation &amp; Split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Dataset: Two folders (logo/non-logo)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- 25+ images per class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Split: 80% train / 20% validation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Stratified for class balance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3b: Architecture Choice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Why 3-layer CNN?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- Small dataset needs compact model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- Binary task is simple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- Fewer parameters = less overfitting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- Progressive filters (32-&gt;64-&gt;128) capture features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3c: Monitoring &amp; Mitigating Overfitting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Monitoring: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Track train/val loss &amp; accuracy per epoch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Watch for val divergence = overfitting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Mitigation: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Pixel normalization [0,1]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Compact model architecture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Future: dropout, augmentation, early stopping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3d: Future Improvements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Data: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More diverse images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Data augmentation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Model: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Transfer learning (ResNet, VGG)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Add batch normalization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Evaluation: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F1, precision, recall, ROC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Cross-validation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Key Takeaways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Accomplished: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Built CNN for logo classification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Custom dataset + PyTorch model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Trained &amp; evaluated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Key Learnings: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Dataset quality matters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Architecture fits task complexity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Monitor for overfitting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Next: More data, regularization, transfer learning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